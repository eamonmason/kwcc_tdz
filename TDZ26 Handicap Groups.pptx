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Archivo Medium"/>
      <p:regular r:id="rId8"/>
      <p:bold r:id="rId9"/>
      <p:italic r:id="rId10"/>
      <p:boldItalic r:id="rId11"/>
    </p:embeddedFont>
    <p:embeddedFont>
      <p:font typeface="Archiv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SEXra5cFX0+FuOt6JoiwBiY8y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E797D4-06C3-40DC-92C7-3E61C0412B6B}">
  <a:tblStyle styleId="{D2E797D4-06C3-40DC-92C7-3E61C0412B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chivoMedium-boldItalic.fntdata"/><Relationship Id="rId10" Type="http://schemas.openxmlformats.org/officeDocument/2006/relationships/font" Target="fonts/ArchivoMedium-italic.fntdata"/><Relationship Id="rId13" Type="http://schemas.openxmlformats.org/officeDocument/2006/relationships/font" Target="fonts/Archivo-bold.fntdata"/><Relationship Id="rId12" Type="http://schemas.openxmlformats.org/officeDocument/2006/relationships/font" Target="fonts/Archiv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ArchivoMedium-bold.fntdata"/><Relationship Id="rId15" Type="http://schemas.openxmlformats.org/officeDocument/2006/relationships/font" Target="fonts/Archivo-boldItalic.fntdata"/><Relationship Id="rId14" Type="http://schemas.openxmlformats.org/officeDocument/2006/relationships/font" Target="fonts/Archiv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chiv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7441ec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b47441ec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2ffd3de68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22ffd3de68_0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47441ec55_0_1" title="TDZ26_PR_07-gameplay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g3b47441ec55_0_1"/>
          <p:cNvGraphicFramePr/>
          <p:nvPr/>
        </p:nvGraphicFramePr>
        <p:xfrm>
          <a:off x="1249550" y="61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101375"/>
              </a:tblGrid>
              <a:tr h="2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B4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0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‘Funking Baxter’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Peter King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Phoebe Macwhinnie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Alexandra Chuchu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James Turner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Patricia Villar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Alessandra Scaduto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Google Shape;86;g3b47441ec55_0_1"/>
          <p:cNvGraphicFramePr/>
          <p:nvPr/>
        </p:nvGraphicFramePr>
        <p:xfrm>
          <a:off x="3666475" y="61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101375"/>
              </a:tblGrid>
              <a:tr h="24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B3 (+</a:t>
                      </a:r>
                      <a:r>
                        <a:rPr b="1" lang="en-GB" sz="1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</a:t>
                      </a: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mins)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52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Tom Bagley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Luke Fenney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Mark Stancombe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Harvey Jackson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Matt Wynn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Martyn Hopping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Google Shape;87;g3b47441ec55_0_1"/>
          <p:cNvGraphicFramePr/>
          <p:nvPr/>
        </p:nvGraphicFramePr>
        <p:xfrm>
          <a:off x="6051863" y="61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303275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B2 (+</a:t>
                      </a:r>
                      <a:r>
                        <a:rPr b="1" lang="en-GB" sz="1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</a:t>
                      </a: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mins)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Gareth Edwards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Alex Wilson-Jones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Justin Goold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Rob Cherry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Chris Croft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S</a:t>
                      </a: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imon White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David Griffiths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Richard Harrison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Alex Joss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Russell Beard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Jeremy Sharpe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Nick Dumonde 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Hans Stiles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Google Shape;88;g3b47441ec55_0_1"/>
          <p:cNvGraphicFramePr/>
          <p:nvPr/>
        </p:nvGraphicFramePr>
        <p:xfrm>
          <a:off x="8639150" y="61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303275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B1 (+1</a:t>
                      </a:r>
                      <a:r>
                        <a:rPr b="1" lang="en-GB" sz="1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</a:t>
                      </a: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mins)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Adam Currie 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David Willis 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Paul Davey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Luke Benfield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David Goddard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Rich Southcott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Joe Barrett</a:t>
                      </a:r>
                      <a:endParaRPr>
                        <a:solidFill>
                          <a:schemeClr val="dk1"/>
                        </a:solidFill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Sean Haywood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89" name="Google Shape;89;g3b47441ec55_0_1"/>
          <p:cNvSpPr txBox="1"/>
          <p:nvPr/>
        </p:nvSpPr>
        <p:spPr>
          <a:xfrm>
            <a:off x="4074300" y="5850275"/>
            <a:ext cx="4043400" cy="631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0" lang="en-GB" sz="2900" u="none" cap="none" strike="noStrik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‘B’ RACE GROUPS</a:t>
            </a:r>
            <a:endParaRPr i="0" sz="2700" u="none" cap="none" strike="noStrike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22ffd3de68_0_702" title="TDZ26_PR_07-gameplay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" name="Google Shape;95;g322ffd3de68_0_702"/>
          <p:cNvGraphicFramePr/>
          <p:nvPr/>
        </p:nvGraphicFramePr>
        <p:xfrm>
          <a:off x="2090550" y="72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421750"/>
              </a:tblGrid>
              <a:tr h="30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A3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72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James Bowden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Olly Wright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Gordon Reid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Richard Halls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James Armitage-Hobbs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Alex Tate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Bill McClatchie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David Wong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Eamon Mason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Alex Robertson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Rupert Gordon-Watkins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g322ffd3de68_0_702"/>
          <p:cNvGraphicFramePr/>
          <p:nvPr/>
        </p:nvGraphicFramePr>
        <p:xfrm>
          <a:off x="4885125" y="725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421750"/>
              </a:tblGrid>
              <a:tr h="25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A2 (+</a:t>
                      </a:r>
                      <a:r>
                        <a:rPr b="1" lang="en-GB" sz="1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 </a:t>
                      </a: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mins)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165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Jonny Bodey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‘Real’ Neal Beauchamp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Henrik Persson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Neil Grunshaw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Tom Herbert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‘Dirty’ Denis Whelan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Marcus Jones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Tobi Rosenkranz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Matt de Freitas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Chris Jenkins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Google Shape;97;g322ffd3de68_0_702"/>
          <p:cNvGraphicFramePr/>
          <p:nvPr/>
        </p:nvGraphicFramePr>
        <p:xfrm>
          <a:off x="7679700" y="725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{D2E797D4-06C3-40DC-92C7-3E61C0412B6B}</a:tableStyleId>
              </a:tblPr>
              <a:tblGrid>
                <a:gridCol w="2421750"/>
              </a:tblGrid>
              <a:tr h="25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GROUP A1 (</a:t>
                      </a:r>
                      <a:r>
                        <a:rPr b="1" lang="en-GB" sz="1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+10</a:t>
                      </a:r>
                      <a:r>
                        <a:rPr b="1" lang="en-GB" sz="1600" u="none" cap="none" strike="noStrik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mins)</a:t>
                      </a:r>
                      <a:endParaRPr b="1" sz="1600" u="none" cap="none" strike="noStrike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</a:tr>
              <a:tr h="95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Tom Kennett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Raif Oz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Seb Ashton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Conor Walsh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Judah Rand</a:t>
                      </a:r>
                      <a:endParaRPr>
                        <a:latin typeface="Archivo Medium"/>
                        <a:ea typeface="Archivo Medium"/>
                        <a:cs typeface="Archivo Medium"/>
                        <a:sym typeface="Archivo Medium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g322ffd3de68_0_702"/>
          <p:cNvSpPr txBox="1"/>
          <p:nvPr/>
        </p:nvSpPr>
        <p:spPr>
          <a:xfrm>
            <a:off x="3914113" y="5897700"/>
            <a:ext cx="4043400" cy="631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0" lang="en-GB" sz="2900" u="none" cap="none" strike="noStrik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‘A’ RACE GROUPS</a:t>
            </a:r>
            <a:endParaRPr i="0" sz="2700" u="none" cap="none" strike="noStrike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2023-01-23T10:06:02Z</dcterms:created>
  <dc:creator>Herbert, Tom</dc:creator>
</cp:coreProperties>
</file>